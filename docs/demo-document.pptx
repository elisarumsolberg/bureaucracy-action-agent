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Dear Student,</a:t>
            </a:r>
          </a:p>
          <a:p/>
          <a:p>
            <a:r>
              <a:t>We require additional documentation to complete your application.</a:t>
            </a:r>
          </a:p>
          <a:p/>
          <a:p>
            <a:r>
              <a:t>Please upload a valid passport by August 29, 2026.</a:t>
            </a:r>
          </a:p>
          <a:p/>
          <a:p>
            <a:r>
              <a:t>After your identity has been verified, complete Form A.</a:t>
            </a:r>
          </a:p>
          <a:p/>
          <a:p>
            <a:r>
              <a:t>The completed application must be submitted by August 31, 2026.</a:t>
            </a:r>
          </a:p>
          <a:p/>
          <a:p>
            <a:r>
              <a:t>Failure to submit the required information before the deadline may delay your application.</a:t>
            </a:r>
          </a:p>
          <a:p/>
          <a:p>
            <a:r>
              <a:t>Regards,</a:t>
            </a:r>
          </a:p>
          <a:p>
            <a:r>
              <a:t>Student Services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